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56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MUESTREO DOBLE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(EN DOS FASES)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 •  Cómo funciona  •  Cuándo se usa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 •  Ejemplos  •  Aplicación en 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y Estadística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Sneyder y Santiago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MUESTREO DOBLE?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" cy="1280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técnica de muestreo probabilístico en la que se extraen dos muestras sucesivas de la misma población. La primera muestra (grande y barata) proporciona información preliminar, y la segunda muestra (pequeña y detallada) se extrae de la primera para un análisis más profundo y costoso.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60320"/>
            <a:ext cx="25603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PROBABILÍSTICO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elemento tiene una probabilidad conocida de ser seleccionado. La selección es aleatoria en ambas fases.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560320"/>
            <a:ext cx="2560320" cy="54864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D9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en dos etapas consecutivas. La segunda muestra depende de los resultados de la primera.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032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560320"/>
            <a:ext cx="256032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1089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costos concentrando los recursos de medición detallada solo en una submuestra representativa.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rgbClr val="6C757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POBLACIÓN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identifica la población completa de estudio (N elementos)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757D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33172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1234440"/>
            <a:ext cx="640080" cy="64008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231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seleccionan n₁ elementos al azar. Se recopila información rápida y económica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757D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8912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234440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analiza la información de Fase 1 para clasificar o estratificar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757D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4652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6600" y="12344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seleccionan n₂ elementos de la Fase 1. Medición detallada y costosa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Con n₂ datos precisos se hacen inferencias sobre toda la población 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QUÉ SIRVE?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60020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Reducir costos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medición detallada es cara, solo se aplica a una submuestra en vez de toda la población.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Estratificar sin marco previo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Fase 1 permite clasificar la población en categorías cuando no se tiene un marco muestral previo.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73152" cy="1600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406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Aumentar precisión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auxiliar de la Fase 1 mejora las estimaciones finales de la Fase 2.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73152" cy="1600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Optimizar tiempo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74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ahorra tiempo al aplicar el procedimiento costoso solo a los elementos seleccionados en la segunda fase.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¿CUÁNDO Y EN QUÉ OCASIONES SE USA?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USA CUANDO...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medición completa es costosa o destructiva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tiene un marco muestral para estratificar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necesita info auxiliar antes de la medición final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presupuesto es limitado pero se requiere precisión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población es grande y heterogénea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CAMPOS DE APLICACIÓN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Control de calidad industrial (inspección de productos)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Estudios clínicos (screening + diagnóstico)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Agricultura (clasificación + análisis de suelos)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Catación de café (inspección visual + catación SCA)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Auditorías (revisión general + auditoría detallada)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Investigación científica (encuesta + laboratorio)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Estudios ambientales (observación + muestreo químico)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Y DESVENTAJAS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VENTAJAS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significativamente los costos de investigación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estratificar sin conocer la población previamente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la precisión de las estimaciones usando información auxiliar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Flexible: la Fase 2 puede usar cualquier técnica (MAS, estratificado, etc.)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útil cuando la medición es destructiva (ej: romper una pieza para probarla)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DESVENTAJAS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complejidad en el diseño del estudio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dos etapas de recolección (más tiempo logístico)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fórmulas de estimación de varianza son más complejas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Fase 1 es deficiente, la Fase 2 también lo será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siempre es más eficiente que un muestreo simple bien diseñado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EJEMPLO: CONTROL DE CALIDAD EN FÁBRICA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Fábrica de tornillos — Producción: 10,000/día — Especificación: Ø 10mm ± 0.5mm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24688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— Inspección Visual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n₁ = 200 tornillos seleccionados al azar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visual rápida (5 seg/tornillo)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Clasificación: "Parece bien" o "Sospechoso"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193 OK, 7 sospechosos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$0.50/tornillo = $100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2560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73152" cy="2468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— Medición con Calibrador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2402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n₂ = 50 tornillos de la Fase 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precisa con calibrador digital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Media: 9.957mm, Desv: 0.313mm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Conformes: 43, No conformes: 7 (14%)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$5/tornillo = $250 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343400"/>
            <a:ext cx="64008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total: $350 (con muestreo doble) vs $50,000 (medir todos) → Ahorro: 99.3%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DEL EJEMPLO — GRÁFICAS</a:t>
            </a:r>
            <a:endParaRPr lang="en-US" sz="2200" dirty="0"/>
          </a:p>
        </p:txBody>
      </p:sp>
      <p:pic>
        <p:nvPicPr>
          <p:cNvPr id="4" name="Image 0" descr="/home/claude/muestreo_doble_ejempl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960120"/>
            <a:ext cx="86868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960120"/>
            <a:ext cx="86868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gráficas muestran: distribución de diámetros con límites de especificación, resultado del control de calidad, y la comparación de costos que demuestra la eficiencia del muestreo doble.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APLICADO EN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1188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Población: 10,000 tornillos con diámetro ~N(10, 0.3)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1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poblacion = np.random.normal(10.0, 0.3, size=10000)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FASE 1: 200 tornillos — inspección visual (barata)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idx_f1 = np.random.choice(10000, 200, replace=False)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fase1 = poblacion[idx_f1]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FASE 2: 50 tornillos — medición con calibrador (costosa)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idx_f2 = np.random.choice(200, 50, replace=False)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fase2 = fase1[idx_f2]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Análisis: ¿cuántos cumplen especificación?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conformes = np.sum((fase2 &gt;= 9.5) &amp; (fase2 &lt;= 10.5))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tasa_defectos = (50 - conformes) / 50 * 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1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print(f'Tasa de defectos: {tasa_defectos:.1f}%')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OTROS MÉTODOS DE MUESTREO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preferirlo?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homogénea y medición barata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Estratificado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conocen los estratos de antemano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Sistemático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tiene lista ordenada de la población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Conglomerados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población está en grupos geográficos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Muestreo Doble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Medición costosa y sin marco previo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conveniencia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bajo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exploratorios (no probabilístico)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Muestreo Doble es ideal cuando combinas: medición costosa + necesidad de estratificar + presupuesto limitado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Doble (en dos fases) — Probabilidad y Estadística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RESUMEN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22860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es? → Técnica probabilística que toma dos muestras sucesivas de la misma población.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 → Fase 1 recopila info barata y rápida. Fase 2 aplica medición costosa solo a una submuestra.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qué? → Reducir costos, estratificar sin marco previo, y aumentar la precisión de las estimaciones.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¿Cuándo? → Cuando la medición completa es cara, destructiva, o se necesita clasificar antes de medir.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¿Dónde? → Control de calidad, estudios clínicos, agricultura, catación de café, auditorías, investigación científica.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Clave: Es PROBABILÍSTICO porque la selección es aleatoria en ambas fases.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Microsoft Office PowerPoint</Application>
  <PresentationFormat>Presentación en pantalla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Muestreo Doble (en dos fases)</dc:title>
  <dc:subject>PptxGenJS Presentation</dc:subject>
  <dc:creator>Esteban</dc:creator>
  <cp:lastModifiedBy>juansneydermendez@gmail.com</cp:lastModifiedBy>
  <cp:revision>2</cp:revision>
  <dcterms:created xsi:type="dcterms:W3CDTF">2026-04-21T03:19:01Z</dcterms:created>
  <dcterms:modified xsi:type="dcterms:W3CDTF">2026-04-21T03:21:41Z</dcterms:modified>
</cp:coreProperties>
</file>