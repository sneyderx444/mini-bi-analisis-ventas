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57" r:id="rId3"/>
    <p:sldId id="265" r:id="rId4"/>
    <p:sldId id="264" r:id="rId5"/>
    <p:sldId id="259" r:id="rId6"/>
    <p:sldId id="267" r:id="rId7"/>
    <p:sldId id="266" r:id="rId8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3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184" autoAdjust="0"/>
  </p:normalViewPr>
  <p:slideViewPr>
    <p:cSldViewPr snapToGrid="0">
      <p:cViewPr>
        <p:scale>
          <a:sx n="75" d="100"/>
          <a:sy n="75" d="100"/>
        </p:scale>
        <p:origin x="974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370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sneydermendez@gmail.com" userId="9d03031df011492b" providerId="LiveId" clId="{2D12C4FC-7C3B-4ACB-9E29-65F7DB70DF06}"/>
    <pc:docChg chg="undo redo custSel addSld delSld modSld sldOrd">
      <pc:chgData name="juansneydermendez@gmail.com" userId="9d03031df011492b" providerId="LiveId" clId="{2D12C4FC-7C3B-4ACB-9E29-65F7DB70DF06}" dt="2026-02-18T03:48:36.567" v="935" actId="113"/>
      <pc:docMkLst>
        <pc:docMk/>
      </pc:docMkLst>
      <pc:sldChg chg="modSp mod">
        <pc:chgData name="juansneydermendez@gmail.com" userId="9d03031df011492b" providerId="LiveId" clId="{2D12C4FC-7C3B-4ACB-9E29-65F7DB70DF06}" dt="2026-02-18T03:48:36.567" v="935" actId="113"/>
        <pc:sldMkLst>
          <pc:docMk/>
          <pc:sldMk cId="2906397050" sldId="256"/>
        </pc:sldMkLst>
        <pc:spChg chg="mod">
          <ac:chgData name="juansneydermendez@gmail.com" userId="9d03031df011492b" providerId="LiveId" clId="{2D12C4FC-7C3B-4ACB-9E29-65F7DB70DF06}" dt="2026-02-18T03:48:36.567" v="935" actId="113"/>
          <ac:spMkLst>
            <pc:docMk/>
            <pc:sldMk cId="2906397050" sldId="256"/>
            <ac:spMk id="2" creationId="{F4B5F415-7490-4054-85B4-10F7AE6D3385}"/>
          </ac:spMkLst>
        </pc:spChg>
      </pc:sldChg>
      <pc:sldChg chg="modSp mod">
        <pc:chgData name="juansneydermendez@gmail.com" userId="9d03031df011492b" providerId="LiveId" clId="{2D12C4FC-7C3B-4ACB-9E29-65F7DB70DF06}" dt="2026-02-18T03:48:32.127" v="934" actId="113"/>
        <pc:sldMkLst>
          <pc:docMk/>
          <pc:sldMk cId="2490499145" sldId="257"/>
        </pc:sldMkLst>
        <pc:spChg chg="mod">
          <ac:chgData name="juansneydermendez@gmail.com" userId="9d03031df011492b" providerId="LiveId" clId="{2D12C4FC-7C3B-4ACB-9E29-65F7DB70DF06}" dt="2026-02-18T03:48:32.127" v="934" actId="113"/>
          <ac:spMkLst>
            <pc:docMk/>
            <pc:sldMk cId="2490499145" sldId="257"/>
            <ac:spMk id="2" creationId="{10742257-3980-4551-868A-26DC3CB821EE}"/>
          </ac:spMkLst>
        </pc:spChg>
      </pc:sldChg>
      <pc:sldChg chg="addSp delSp modSp mod">
        <pc:chgData name="juansneydermendez@gmail.com" userId="9d03031df011492b" providerId="LiveId" clId="{2D12C4FC-7C3B-4ACB-9E29-65F7DB70DF06}" dt="2026-02-18T03:48:21.067" v="932" actId="113"/>
        <pc:sldMkLst>
          <pc:docMk/>
          <pc:sldMk cId="2797506426" sldId="259"/>
        </pc:sldMkLst>
        <pc:spChg chg="mod">
          <ac:chgData name="juansneydermendez@gmail.com" userId="9d03031df011492b" providerId="LiveId" clId="{2D12C4FC-7C3B-4ACB-9E29-65F7DB70DF06}" dt="2026-02-18T03:48:21.067" v="932" actId="113"/>
          <ac:spMkLst>
            <pc:docMk/>
            <pc:sldMk cId="2797506426" sldId="259"/>
            <ac:spMk id="2" creationId="{10742257-3980-4551-868A-26DC3CB821EE}"/>
          </ac:spMkLst>
        </pc:spChg>
        <pc:spChg chg="mod">
          <ac:chgData name="juansneydermendez@gmail.com" userId="9d03031df011492b" providerId="LiveId" clId="{2D12C4FC-7C3B-4ACB-9E29-65F7DB70DF06}" dt="2026-02-18T03:48:13.235" v="930" actId="403"/>
          <ac:spMkLst>
            <pc:docMk/>
            <pc:sldMk cId="2797506426" sldId="259"/>
            <ac:spMk id="3" creationId="{B57E0B0F-4D29-4786-B2AB-B84D9F8B5429}"/>
          </ac:spMkLst>
        </pc:spChg>
        <pc:spChg chg="add mod">
          <ac:chgData name="juansneydermendez@gmail.com" userId="9d03031df011492b" providerId="LiveId" clId="{2D12C4FC-7C3B-4ACB-9E29-65F7DB70DF06}" dt="2026-02-18T03:48:17.017" v="931" actId="1076"/>
          <ac:spMkLst>
            <pc:docMk/>
            <pc:sldMk cId="2797506426" sldId="259"/>
            <ac:spMk id="9" creationId="{5462C0CA-777E-4AA3-96B1-DA6B1B09AEAD}"/>
          </ac:spMkLst>
        </pc:spChg>
        <pc:spChg chg="add del mod">
          <ac:chgData name="juansneydermendez@gmail.com" userId="9d03031df011492b" providerId="LiveId" clId="{2D12C4FC-7C3B-4ACB-9E29-65F7DB70DF06}" dt="2026-02-18T03:46:49.815" v="905" actId="21"/>
          <ac:spMkLst>
            <pc:docMk/>
            <pc:sldMk cId="2797506426" sldId="259"/>
            <ac:spMk id="12" creationId="{AC733DC9-C57F-4C72-AA3B-654681162212}"/>
          </ac:spMkLst>
        </pc:spChg>
        <pc:graphicFrameChg chg="del mod">
          <ac:chgData name="juansneydermendez@gmail.com" userId="9d03031df011492b" providerId="LiveId" clId="{2D12C4FC-7C3B-4ACB-9E29-65F7DB70DF06}" dt="2026-02-18T03:07:11.312" v="3" actId="478"/>
          <ac:graphicFrameMkLst>
            <pc:docMk/>
            <pc:sldMk cId="2797506426" sldId="259"/>
            <ac:graphicFrameMk id="11" creationId="{D32CE14B-3BA1-4454-827F-251611057F3E}"/>
          </ac:graphicFrameMkLst>
        </pc:graphicFrameChg>
      </pc:sldChg>
      <pc:sldChg chg="del">
        <pc:chgData name="juansneydermendez@gmail.com" userId="9d03031df011492b" providerId="LiveId" clId="{2D12C4FC-7C3B-4ACB-9E29-65F7DB70DF06}" dt="2026-02-18T03:35:17.056" v="789" actId="2696"/>
        <pc:sldMkLst>
          <pc:docMk/>
          <pc:sldMk cId="1521282177" sldId="260"/>
        </pc:sldMkLst>
      </pc:sldChg>
      <pc:sldChg chg="del">
        <pc:chgData name="juansneydermendez@gmail.com" userId="9d03031df011492b" providerId="LiveId" clId="{2D12C4FC-7C3B-4ACB-9E29-65F7DB70DF06}" dt="2026-02-18T03:35:21.492" v="790" actId="2696"/>
        <pc:sldMkLst>
          <pc:docMk/>
          <pc:sldMk cId="2671002067" sldId="261"/>
        </pc:sldMkLst>
      </pc:sldChg>
      <pc:sldChg chg="del">
        <pc:chgData name="juansneydermendez@gmail.com" userId="9d03031df011492b" providerId="LiveId" clId="{2D12C4FC-7C3B-4ACB-9E29-65F7DB70DF06}" dt="2026-02-18T03:35:48.804" v="794" actId="2696"/>
        <pc:sldMkLst>
          <pc:docMk/>
          <pc:sldMk cId="3937033909" sldId="262"/>
        </pc:sldMkLst>
      </pc:sldChg>
      <pc:sldChg chg="modSp del mod">
        <pc:chgData name="juansneydermendez@gmail.com" userId="9d03031df011492b" providerId="LiveId" clId="{2D12C4FC-7C3B-4ACB-9E29-65F7DB70DF06}" dt="2026-02-18T03:35:46.757" v="793" actId="2696"/>
        <pc:sldMkLst>
          <pc:docMk/>
          <pc:sldMk cId="3889313593" sldId="263"/>
        </pc:sldMkLst>
        <pc:spChg chg="mod">
          <ac:chgData name="juansneydermendez@gmail.com" userId="9d03031df011492b" providerId="LiveId" clId="{2D12C4FC-7C3B-4ACB-9E29-65F7DB70DF06}" dt="2026-02-18T03:35:44.250" v="792" actId="20577"/>
          <ac:spMkLst>
            <pc:docMk/>
            <pc:sldMk cId="3889313593" sldId="263"/>
            <ac:spMk id="3" creationId="{D05F6415-1E7C-453D-B6B7-DBF76BDA691B}"/>
          </ac:spMkLst>
        </pc:spChg>
        <pc:picChg chg="mod">
          <ac:chgData name="juansneydermendez@gmail.com" userId="9d03031df011492b" providerId="LiveId" clId="{2D12C4FC-7C3B-4ACB-9E29-65F7DB70DF06}" dt="2026-02-18T03:35:31.053" v="791" actId="1076"/>
          <ac:picMkLst>
            <pc:docMk/>
            <pc:sldMk cId="3889313593" sldId="263"/>
            <ac:picMk id="9" creationId="{B46E3E84-D1E6-4422-AA93-3EE98A821B98}"/>
          </ac:picMkLst>
        </pc:picChg>
      </pc:sldChg>
      <pc:sldChg chg="modSp mod">
        <pc:chgData name="juansneydermendez@gmail.com" userId="9d03031df011492b" providerId="LiveId" clId="{2D12C4FC-7C3B-4ACB-9E29-65F7DB70DF06}" dt="2026-02-18T03:48:26.262" v="933" actId="113"/>
        <pc:sldMkLst>
          <pc:docMk/>
          <pc:sldMk cId="2919597078" sldId="264"/>
        </pc:sldMkLst>
        <pc:spChg chg="mod">
          <ac:chgData name="juansneydermendez@gmail.com" userId="9d03031df011492b" providerId="LiveId" clId="{2D12C4FC-7C3B-4ACB-9E29-65F7DB70DF06}" dt="2026-02-18T03:48:26.262" v="933" actId="113"/>
          <ac:spMkLst>
            <pc:docMk/>
            <pc:sldMk cId="2919597078" sldId="264"/>
            <ac:spMk id="2" creationId="{10742257-3980-4551-868A-26DC3CB821EE}"/>
          </ac:spMkLst>
        </pc:spChg>
      </pc:sldChg>
      <pc:sldChg chg="addSp modSp mod ord">
        <pc:chgData name="juansneydermendez@gmail.com" userId="9d03031df011492b" providerId="LiveId" clId="{2D12C4FC-7C3B-4ACB-9E29-65F7DB70DF06}" dt="2026-02-18T03:40:48.818" v="835" actId="1076"/>
        <pc:sldMkLst>
          <pc:docMk/>
          <pc:sldMk cId="1850586947" sldId="265"/>
        </pc:sldMkLst>
        <pc:picChg chg="add mod">
          <ac:chgData name="juansneydermendez@gmail.com" userId="9d03031df011492b" providerId="LiveId" clId="{2D12C4FC-7C3B-4ACB-9E29-65F7DB70DF06}" dt="2026-02-18T03:40:48.818" v="835" actId="1076"/>
          <ac:picMkLst>
            <pc:docMk/>
            <pc:sldMk cId="1850586947" sldId="265"/>
            <ac:picMk id="3" creationId="{7DA2F72A-56D6-4576-B67A-7E3A2A3AF5F8}"/>
          </ac:picMkLst>
        </pc:picChg>
      </pc:sldChg>
      <pc:sldChg chg="addSp modSp new mod">
        <pc:chgData name="juansneydermendez@gmail.com" userId="9d03031df011492b" providerId="LiveId" clId="{2D12C4FC-7C3B-4ACB-9E29-65F7DB70DF06}" dt="2026-02-18T03:40:25.314" v="833" actId="14100"/>
        <pc:sldMkLst>
          <pc:docMk/>
          <pc:sldMk cId="1144603652" sldId="266"/>
        </pc:sldMkLst>
        <pc:spChg chg="add mod">
          <ac:chgData name="juansneydermendez@gmail.com" userId="9d03031df011492b" providerId="LiveId" clId="{2D12C4FC-7C3B-4ACB-9E29-65F7DB70DF06}" dt="2026-02-18T03:39:40.359" v="830" actId="14100"/>
          <ac:spMkLst>
            <pc:docMk/>
            <pc:sldMk cId="1144603652" sldId="266"/>
            <ac:spMk id="3" creationId="{70CD7483-D2CE-40BD-9814-0E046B16BA80}"/>
          </ac:spMkLst>
        </pc:spChg>
        <pc:picChg chg="add mod modCrop">
          <ac:chgData name="juansneydermendez@gmail.com" userId="9d03031df011492b" providerId="LiveId" clId="{2D12C4FC-7C3B-4ACB-9E29-65F7DB70DF06}" dt="2026-02-18T03:38:02.395" v="805" actId="14100"/>
          <ac:picMkLst>
            <pc:docMk/>
            <pc:sldMk cId="1144603652" sldId="266"/>
            <ac:picMk id="2" creationId="{32B269DF-2140-4780-8C43-34AA41EB60D8}"/>
          </ac:picMkLst>
        </pc:picChg>
        <pc:picChg chg="add mod">
          <ac:chgData name="juansneydermendez@gmail.com" userId="9d03031df011492b" providerId="LiveId" clId="{2D12C4FC-7C3B-4ACB-9E29-65F7DB70DF06}" dt="2026-02-18T03:40:25.314" v="833" actId="14100"/>
          <ac:picMkLst>
            <pc:docMk/>
            <pc:sldMk cId="1144603652" sldId="266"/>
            <ac:picMk id="5" creationId="{0BB837EB-82FC-480C-95E4-A13E9DBC339F}"/>
          </ac:picMkLst>
        </pc:picChg>
      </pc:sldChg>
      <pc:sldChg chg="addSp delSp modSp new mod">
        <pc:chgData name="juansneydermendez@gmail.com" userId="9d03031df011492b" providerId="LiveId" clId="{2D12C4FC-7C3B-4ACB-9E29-65F7DB70DF06}" dt="2026-02-18T03:47:17.815" v="913" actId="113"/>
        <pc:sldMkLst>
          <pc:docMk/>
          <pc:sldMk cId="9661187" sldId="267"/>
        </pc:sldMkLst>
        <pc:spChg chg="mod">
          <ac:chgData name="juansneydermendez@gmail.com" userId="9d03031df011492b" providerId="LiveId" clId="{2D12C4FC-7C3B-4ACB-9E29-65F7DB70DF06}" dt="2026-02-18T03:47:17.815" v="913" actId="113"/>
          <ac:spMkLst>
            <pc:docMk/>
            <pc:sldMk cId="9661187" sldId="267"/>
            <ac:spMk id="2" creationId="{56CA40B2-ED72-4910-A74F-08D32B239627}"/>
          </ac:spMkLst>
        </pc:spChg>
        <pc:spChg chg="del">
          <ac:chgData name="juansneydermendez@gmail.com" userId="9d03031df011492b" providerId="LiveId" clId="{2D12C4FC-7C3B-4ACB-9E29-65F7DB70DF06}" dt="2026-02-18T03:44:16.313" v="866" actId="21"/>
          <ac:spMkLst>
            <pc:docMk/>
            <pc:sldMk cId="9661187" sldId="267"/>
            <ac:spMk id="3" creationId="{002815CC-9FCE-4BB5-9B2D-62494A3E0378}"/>
          </ac:spMkLst>
        </pc:spChg>
        <pc:spChg chg="add del mod">
          <ac:chgData name="juansneydermendez@gmail.com" userId="9d03031df011492b" providerId="LiveId" clId="{2D12C4FC-7C3B-4ACB-9E29-65F7DB70DF06}" dt="2026-02-18T03:46:57.179" v="907" actId="21"/>
          <ac:spMkLst>
            <pc:docMk/>
            <pc:sldMk cId="9661187" sldId="267"/>
            <ac:spMk id="4" creationId="{260562ED-F51E-4114-A823-E5825EDC022B}"/>
          </ac:spMkLst>
        </pc:spChg>
        <pc:spChg chg="add mod">
          <ac:chgData name="juansneydermendez@gmail.com" userId="9d03031df011492b" providerId="LiveId" clId="{2D12C4FC-7C3B-4ACB-9E29-65F7DB70DF06}" dt="2026-02-18T03:47:13.482" v="912" actId="113"/>
          <ac:spMkLst>
            <pc:docMk/>
            <pc:sldMk cId="9661187" sldId="267"/>
            <ac:spMk id="7" creationId="{7D67FD31-124A-43B2-B967-245856A4F5CA}"/>
          </ac:spMkLst>
        </pc:spChg>
        <pc:picChg chg="add del mod">
          <ac:chgData name="juansneydermendez@gmail.com" userId="9d03031df011492b" providerId="LiveId" clId="{2D12C4FC-7C3B-4ACB-9E29-65F7DB70DF06}" dt="2026-02-18T03:45:07.184" v="876" actId="478"/>
          <ac:picMkLst>
            <pc:docMk/>
            <pc:sldMk cId="9661187" sldId="267"/>
            <ac:picMk id="1026" creationId="{CADFEE74-3049-4BED-87CE-23B63AAFE371}"/>
          </ac:picMkLst>
        </pc:picChg>
        <pc:picChg chg="add mod">
          <ac:chgData name="juansneydermendez@gmail.com" userId="9d03031df011492b" providerId="LiveId" clId="{2D12C4FC-7C3B-4ACB-9E29-65F7DB70DF06}" dt="2026-02-18T03:46:29.238" v="899" actId="1076"/>
          <ac:picMkLst>
            <pc:docMk/>
            <pc:sldMk cId="9661187" sldId="267"/>
            <ac:picMk id="1028" creationId="{6CA5A800-F1B9-423A-9925-4DE822014CC7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5659A35A-B45A-471D-8798-A1F63466099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6CDBCFF-DB1C-4148-AE10-0009F0ABF66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EFAB773-D4F3-4D9F-BB29-A293ECAFEF5E}" type="datetime1">
              <a:rPr lang="es-ES" smtClean="0"/>
              <a:t>17/02/2026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E624F19-BD09-4F8A-BEC3-5B4EC46FBB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A76897F4-4C0C-4FAD-84FC-2E652243893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D4D6EF6-E2EF-452B-A550-B4BEBF67A7A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5248478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020FA8F-6BE0-40D3-BE19-AC6CF0B916D5}" type="datetime1">
              <a:rPr lang="es-ES" noProof="0" smtClean="0"/>
              <a:t>17/02/2026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853816F-A1CF-4485-B308-1B9F14B36EAD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72683917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853816F-A1CF-4485-B308-1B9F14B36EAD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000075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853816F-A1CF-4485-B308-1B9F14B36EAD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04011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853816F-A1CF-4485-B308-1B9F14B36EAD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336683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853816F-A1CF-4485-B308-1B9F14B36EAD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7392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80C5E7-B1A1-4648-89D2-17B0F1E7F5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rtlCol="0" anchor="b"/>
          <a:lstStyle>
            <a:lvl1pPr algn="ctr">
              <a:defRPr sz="60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D140298-3E00-4E73-B947-697E6928286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6BB99EB-0E86-4FEA-A9C4-501D4E755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CD62566-0710-45B2-B310-772E622AFE9F}" type="datetime1">
              <a:rPr lang="es-ES" noProof="0" smtClean="0"/>
              <a:t>17/02/2026</a:t>
            </a:fld>
            <a:endParaRPr lang="es-ES" noProof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31F536-58DF-4935-AE3B-7A08C0312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995127-BE30-42B7-9BE5-B83CC6A2E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CEC5C30-0B3A-4B13-ADDD-7C63C8AA921B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009751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AAE108-9C7F-4CDC-AD71-B576580A1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103746-779A-435F-995A-5BF82C86C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984E866-B322-455F-AC32-8C164B8CD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E3AF27D-279D-4302-874C-D09F732E2CF2}" type="datetime1">
              <a:rPr lang="es-ES" noProof="0" smtClean="0"/>
              <a:t>17/02/2026</a:t>
            </a:fld>
            <a:endParaRPr lang="es-ES" noProof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0D61E0-F80F-48E7-A817-F1CECBEE9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F34AFC-4299-43F1-A312-79EF0102C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CEC5C30-0B3A-4B13-ADDD-7C63C8AA921B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552746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la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1E1D3E-E4B6-4EAA-BFB4-25A0557A6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rtlCol="0" anchor="b"/>
          <a:lstStyle>
            <a:lvl1pPr>
              <a:defRPr sz="60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F7E0856-45A8-4EAD-A9D6-8A993968A1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0EEBE1-2BAF-4C94-8403-6E8454F9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D583955-2443-4FCA-8015-0490882C9BFB}" type="datetime1">
              <a:rPr lang="es-ES" noProof="0" smtClean="0"/>
              <a:t>17/02/2026</a:t>
            </a:fld>
            <a:endParaRPr lang="es-ES" noProof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358F46-E931-4D79-94A5-037AFD073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5130D95-EF5F-4A0A-93BD-73AEE2C2F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CEC5C30-0B3A-4B13-ADDD-7C63C8AA921B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01256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BABEC0-6253-4360-B586-B9D20933D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46E20B-8661-4C60-84FB-4892E8B486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132BE45-79E4-479B-BD2F-46CCB0BEE6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589105E-DF25-4F38-BDE2-9B00C2C44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B3AC4A4-50BC-4750-A054-699243B4C58A}" type="datetime1">
              <a:rPr lang="es-ES" noProof="0" smtClean="0"/>
              <a:t>17/02/2026</a:t>
            </a:fld>
            <a:endParaRPr lang="es-ES" noProof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1D9C4A8-7467-4BAD-98A2-0B63CAC19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posición de número de diapositiva 6">
            <a:extLst>
              <a:ext uri="{FF2B5EF4-FFF2-40B4-BE49-F238E27FC236}">
                <a16:creationId xmlns:a16="http://schemas.microsoft.com/office/drawing/2014/main" id="{8BC5C5C0-08E4-4F7B-9E80-8925539D2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CEC5C30-0B3A-4B13-ADDD-7C63C8AA921B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438407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7FF641-A5CC-4263-A394-2112D623A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24D6865-C632-473C-AEC8-8D3F71562B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9FDBD19-4D33-4F6A-9938-6A04B3888E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1697E46-CE4D-480E-A997-2B53B2DF55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B8B7E36-823F-4FD4-B826-E450A12480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DBB3B14-C886-4F84-9FD5-11C8320E1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95F677E-FB07-4C90-AB50-BE616FE5FE5D}" type="datetime1">
              <a:rPr lang="es-ES" noProof="0" smtClean="0"/>
              <a:t>17/02/2026</a:t>
            </a:fld>
            <a:endParaRPr lang="es-ES" noProof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F9AF591-4BBF-4BF2-9EF7-F8B114DFA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52B1A04-B244-4AE3-8997-9B075B105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CEC5C30-0B3A-4B13-ADDD-7C63C8AA921B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11044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5408F1-BB29-4C6F-91C9-653A730BE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F54FEF9-8D09-4091-BE99-B6264EBD3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3D9EF8-C4B2-4E45-BC1B-AEE354981442}" type="datetime1">
              <a:rPr lang="es-ES" noProof="0" smtClean="0"/>
              <a:t>17/02/2026</a:t>
            </a:fld>
            <a:endParaRPr lang="es-ES" noProof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B5F49AA-83D5-4063-9CDE-AA7763048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B2A2B27C-3C99-4208-B425-775413C53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CEC5C30-0B3A-4B13-ADDD-7C63C8AA921B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61403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42A62B2-A6D1-4A6F-8B20-80606F478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F56F666-DBE2-4571-8046-330783867661}" type="datetime1">
              <a:rPr lang="es-ES" noProof="0" smtClean="0"/>
              <a:t>17/02/2026</a:t>
            </a:fld>
            <a:endParaRPr lang="es-ES" noProof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02E4958-7A46-4331-B2D8-2C31D8FCB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5C8548B-339B-46B2-BF01-1EE3DDC72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CEC5C30-0B3A-4B13-ADDD-7C63C8AA921B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914661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EF408F-8083-4F07-9628-074C7AFE4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0477E0-A333-439D-A531-30B39A813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5D59501-D187-414C-AACE-F838720036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235F890-BB8A-49E1-880A-924FD6FE4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4BBB804-1746-4A5A-9860-70493B20F706}" type="datetime1">
              <a:rPr lang="es-ES" noProof="0" smtClean="0"/>
              <a:t>17/02/2026</a:t>
            </a:fld>
            <a:endParaRPr lang="es-ES" noProof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1CA38FE-429A-41E7-942D-ECCE639D3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posición de número de diapositiva 6">
            <a:extLst>
              <a:ext uri="{FF2B5EF4-FFF2-40B4-BE49-F238E27FC236}">
                <a16:creationId xmlns:a16="http://schemas.microsoft.com/office/drawing/2014/main" id="{2401D9BC-0038-4041-AE2C-657BF99D4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CEC5C30-0B3A-4B13-ADDD-7C63C8AA921B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287561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956CFD-7F35-482C-A50F-B3D43ACB0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FD7F3EF-0FE9-46C4-A116-5DA6E26B0D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10B4041-0F17-42D8-AF16-AB099A39FF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BAF67FF-F8F1-4B22-A471-9317ED3A2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D40A2D4-DAC8-4FCC-92BC-C921AD4341DF}" type="datetime1">
              <a:rPr lang="es-ES" noProof="0" smtClean="0"/>
              <a:t>17/02/2026</a:t>
            </a:fld>
            <a:endParaRPr lang="es-ES" noProof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73D6993-98F8-4234-B24A-02D4DB41C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posición de número de diapositiva 6">
            <a:extLst>
              <a:ext uri="{FF2B5EF4-FFF2-40B4-BE49-F238E27FC236}">
                <a16:creationId xmlns:a16="http://schemas.microsoft.com/office/drawing/2014/main" id="{F2A34037-0E7D-4379-ACA0-98611B2F7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CEC5C30-0B3A-4B13-ADDD-7C63C8AA921B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939197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645B175-C851-453B-B2A0-9A5CFCADC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E65F4A2-0E4F-4E49-A0BF-BEEC72203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28AA27-3F13-4BFD-B949-21CF319108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A25A7856-7F7E-4CCD-9536-900F202AE834}" type="datetime1">
              <a:rPr lang="es-ES" noProof="0" smtClean="0"/>
              <a:t>17/02/2026</a:t>
            </a:fld>
            <a:endParaRPr lang="es-ES" noProof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EEE99A2-0FED-42D4-9FBD-08CC1C3F81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2468D4-5440-4CE2-BAB3-61D83F628C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ACEC5C30-0B3A-4B13-ADDD-7C63C8AA921B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122039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Python: Qué es, para qué sirve y por qué aprenderlo">
            <a:extLst>
              <a:ext uri="{FF2B5EF4-FFF2-40B4-BE49-F238E27FC236}">
                <a16:creationId xmlns:a16="http://schemas.microsoft.com/office/drawing/2014/main" id="{DC635A11-8DC1-47C7-8DC7-1FCDAC49B6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ffectLst>
            <a:outerShdw blurRad="50800" dist="50800" dir="5400000" sx="127000" sy="127000" algn="ctr" rotWithShape="0">
              <a:srgbClr val="000000">
                <a:alpha val="1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4B5F415-7490-4054-85B4-10F7AE6D33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52207"/>
            <a:ext cx="9144000" cy="2387600"/>
          </a:xfrm>
        </p:spPr>
        <p:txBody>
          <a:bodyPr rtlCol="0">
            <a:normAutofit/>
          </a:bodyPr>
          <a:lstStyle/>
          <a:p>
            <a:pPr rtl="0"/>
            <a:r>
              <a:rPr lang="es" sz="9600" b="1" dirty="0">
                <a:solidFill>
                  <a:schemeClr val="bg1"/>
                </a:solidFill>
                <a:latin typeface="Rockwell" panose="02060603020205020403" pitchFamily="18" charset="0"/>
              </a:rPr>
              <a:t>Polars</a:t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AA65E432-C1E6-4C36-BF8E-2DA25E65DC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3579677" y="3278339"/>
            <a:ext cx="49149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Polars DataFrame Library Announces Seed Funding from Bain Capital Ventures  - Silicon Canals">
            <a:extLst>
              <a:ext uri="{FF2B5EF4-FFF2-40B4-BE49-F238E27FC236}">
                <a16:creationId xmlns:a16="http://schemas.microsoft.com/office/drawing/2014/main" id="{AEAD5115-C844-43E5-9463-7B3A0DAABC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3108" y="3429000"/>
            <a:ext cx="2456696" cy="2456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Íconos de rayo en SVG, PNG, AI para descargar">
            <a:extLst>
              <a:ext uri="{FF2B5EF4-FFF2-40B4-BE49-F238E27FC236}">
                <a16:creationId xmlns:a16="http://schemas.microsoft.com/office/drawing/2014/main" id="{12C14B00-F377-4205-953E-0603BBB791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7" y="205909"/>
            <a:ext cx="1425667" cy="1425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 descr="Íconos de rayo en SVG, PNG, AI para descargar">
            <a:extLst>
              <a:ext uri="{FF2B5EF4-FFF2-40B4-BE49-F238E27FC236}">
                <a16:creationId xmlns:a16="http://schemas.microsoft.com/office/drawing/2014/main" id="{FC3BB469-B4DD-41D8-A320-38A81C35AC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6014" y="205909"/>
            <a:ext cx="1425667" cy="1425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6397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From Pandas to Polars: Rust's DataFrame Library - NashTech Blog">
            <a:extLst>
              <a:ext uri="{FF2B5EF4-FFF2-40B4-BE49-F238E27FC236}">
                <a16:creationId xmlns:a16="http://schemas.microsoft.com/office/drawing/2014/main" id="{6332CA61-919E-476B-ADFC-E67CE1BFB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0753" y="1"/>
            <a:ext cx="9081247" cy="6651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0742257-3980-4551-868A-26DC3CB82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85" y="365125"/>
            <a:ext cx="5700222" cy="1325563"/>
          </a:xfrm>
        </p:spPr>
        <p:txBody>
          <a:bodyPr rtlCol="0">
            <a:normAutofit/>
          </a:bodyPr>
          <a:lstStyle/>
          <a:p>
            <a:pPr algn="ctr" rtl="0"/>
            <a:r>
              <a:rPr lang="es-ES" sz="5400" b="1" dirty="0">
                <a:solidFill>
                  <a:srgbClr val="0070C0"/>
                </a:solidFill>
                <a:latin typeface="Rockwell" panose="02060603020205020403" pitchFamily="18" charset="0"/>
              </a:rPr>
              <a:t>¿Que es Polars?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7E0B0F-4D29-4786-B2AB-B84D9F8B5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84" y="1825625"/>
            <a:ext cx="8378529" cy="4109954"/>
          </a:xfr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es-ES" sz="3600" dirty="0">
                <a:latin typeface="Tahoma"/>
                <a:ea typeface="Tahoma"/>
                <a:cs typeface="Tahoma"/>
              </a:rPr>
              <a:t>Es un motor de procesamiento escrito en Rúst.</a:t>
            </a:r>
          </a:p>
          <a:p>
            <a:pPr rtl="0"/>
            <a:r>
              <a:rPr lang="es-ES" sz="3600" dirty="0">
                <a:latin typeface="Tahoma"/>
                <a:ea typeface="Tahoma"/>
                <a:cs typeface="Tahoma"/>
              </a:rPr>
              <a:t>Es pensado especialmente en la manipulación de datos.</a:t>
            </a:r>
          </a:p>
          <a:p>
            <a:pPr rtl="0"/>
            <a:r>
              <a:rPr lang="es-ES" sz="3600" dirty="0">
                <a:latin typeface="Tahoma"/>
                <a:ea typeface="Tahoma"/>
                <a:cs typeface="Tahoma"/>
              </a:rPr>
              <a:t>Es como un hijo de pandas.</a:t>
            </a:r>
            <a:endParaRPr lang="es-ES" sz="2400" dirty="0">
              <a:latin typeface="Tahoma"/>
              <a:ea typeface="Tahoma"/>
              <a:cs typeface="Tahoma"/>
            </a:endParaRPr>
          </a:p>
          <a:p>
            <a:pPr rtl="0"/>
            <a:endParaRPr lang="es-ES" sz="2400" dirty="0">
              <a:solidFill>
                <a:schemeClr val="accent5">
                  <a:lumMod val="50000"/>
                </a:schemeClr>
              </a:solidFill>
              <a:latin typeface="Tahoma"/>
              <a:ea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490499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Polars vs Pandas: Faster Data Processing for Large Datasets">
            <a:extLst>
              <a:ext uri="{FF2B5EF4-FFF2-40B4-BE49-F238E27FC236}">
                <a16:creationId xmlns:a16="http://schemas.microsoft.com/office/drawing/2014/main" id="{1656330A-BCC7-4182-9DA7-FA868FE277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685800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DA2F72A-56D6-4576-B67A-7E3A2A3AF5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3460" y="5882555"/>
            <a:ext cx="1607959" cy="975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586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2" name="Picture 6" descr="200+] Fondos de fotos de Programación | Wallpapers.com">
            <a:extLst>
              <a:ext uri="{FF2B5EF4-FFF2-40B4-BE49-F238E27FC236}">
                <a16:creationId xmlns:a16="http://schemas.microsoft.com/office/drawing/2014/main" id="{95FA20DF-B4EA-4AD5-A0A0-084AAB79CC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0742257-3980-4551-868A-26DC3CB82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8202" y="400984"/>
            <a:ext cx="8378529" cy="1325563"/>
          </a:xfrm>
        </p:spPr>
        <p:txBody>
          <a:bodyPr rtlCol="0">
            <a:normAutofit/>
          </a:bodyPr>
          <a:lstStyle/>
          <a:p>
            <a:pPr algn="ctr" rtl="0"/>
            <a:r>
              <a:rPr lang="es-ES" sz="5400" b="1" dirty="0">
                <a:solidFill>
                  <a:schemeClr val="bg1"/>
                </a:solidFill>
                <a:latin typeface="Rockwell" panose="02060603020205020403" pitchFamily="18" charset="0"/>
              </a:rPr>
              <a:t>¿Ventajas de Polars?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7E0B0F-4D29-4786-B2AB-B84D9F8B5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1214" y="1807695"/>
            <a:ext cx="7080786" cy="2629834"/>
          </a:xfr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es-ES" sz="3600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Es rápido y eficiente.</a:t>
            </a:r>
          </a:p>
          <a:p>
            <a:pPr rtl="0"/>
            <a:r>
              <a:rPr lang="es-ES" sz="3600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El procesamiento es en paralelo.</a:t>
            </a:r>
          </a:p>
          <a:p>
            <a:pPr rtl="0"/>
            <a:r>
              <a:rPr lang="es-ES" sz="3600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Optimización de </a:t>
            </a:r>
            <a:r>
              <a:rPr lang="es-ES" sz="3600" dirty="0" err="1">
                <a:solidFill>
                  <a:schemeClr val="bg1"/>
                </a:solidFill>
                <a:latin typeface="Tahoma"/>
                <a:ea typeface="Tahoma"/>
                <a:cs typeface="Tahoma"/>
              </a:rPr>
              <a:t>Query</a:t>
            </a:r>
            <a:r>
              <a:rPr lang="es-ES" sz="3600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.</a:t>
            </a:r>
          </a:p>
          <a:p>
            <a:pPr rtl="0"/>
            <a:r>
              <a:rPr lang="es-ES" sz="3600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Evaluación de los </a:t>
            </a:r>
            <a:r>
              <a:rPr lang="es-ES" sz="3600" dirty="0" err="1">
                <a:solidFill>
                  <a:schemeClr val="bg1"/>
                </a:solidFill>
                <a:latin typeface="Tahoma"/>
                <a:ea typeface="Tahoma"/>
                <a:cs typeface="Tahoma"/>
              </a:rPr>
              <a:t>Querys</a:t>
            </a:r>
            <a:endParaRPr lang="es-ES" sz="3600" dirty="0">
              <a:solidFill>
                <a:schemeClr val="bg1"/>
              </a:solidFill>
              <a:latin typeface="Tahoma"/>
              <a:ea typeface="Tahoma"/>
              <a:cs typeface="Tahoma"/>
            </a:endParaRPr>
          </a:p>
          <a:p>
            <a:pPr rtl="0"/>
            <a:endParaRPr lang="es-ES" sz="3600" dirty="0">
              <a:solidFill>
                <a:schemeClr val="accent5">
                  <a:lumMod val="50000"/>
                </a:schemeClr>
              </a:solidFill>
              <a:latin typeface="Tahoma"/>
              <a:ea typeface="Tahoma"/>
              <a:cs typeface="Tahoma"/>
            </a:endParaRPr>
          </a:p>
          <a:p>
            <a:pPr rtl="0"/>
            <a:endParaRPr lang="es-ES" sz="3600" dirty="0">
              <a:solidFill>
                <a:schemeClr val="accent5">
                  <a:lumMod val="50000"/>
                </a:schemeClr>
              </a:solidFill>
              <a:latin typeface="Tahoma"/>
              <a:ea typeface="Tahoma"/>
              <a:cs typeface="Tahoma"/>
            </a:endParaRPr>
          </a:p>
          <a:p>
            <a:pPr rtl="0"/>
            <a:endParaRPr lang="es-ES" sz="3600" dirty="0">
              <a:solidFill>
                <a:schemeClr val="accent5">
                  <a:lumMod val="50000"/>
                </a:schemeClr>
              </a:solidFill>
              <a:latin typeface="Tahoma"/>
              <a:ea typeface="Tahoma"/>
              <a:cs typeface="Tahoma"/>
            </a:endParaRPr>
          </a:p>
          <a:p>
            <a:pPr rtl="0"/>
            <a:endParaRPr lang="es-ES" sz="2400" dirty="0">
              <a:solidFill>
                <a:schemeClr val="accent5">
                  <a:lumMod val="50000"/>
                </a:schemeClr>
              </a:solidFill>
              <a:latin typeface="Tahoma"/>
              <a:ea typeface="Tahoma"/>
              <a:cs typeface="Tahoma"/>
            </a:endParaRPr>
          </a:p>
          <a:p>
            <a:pPr rtl="0"/>
            <a:endParaRPr lang="es-ES" sz="2400" dirty="0">
              <a:solidFill>
                <a:schemeClr val="accent5">
                  <a:lumMod val="50000"/>
                </a:schemeClr>
              </a:solidFill>
              <a:latin typeface="Tahoma"/>
              <a:ea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919597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742257-3980-4551-868A-26DC3CB82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84" y="365125"/>
            <a:ext cx="8378529" cy="1027257"/>
          </a:xfrm>
        </p:spPr>
        <p:txBody>
          <a:bodyPr rtlCol="0">
            <a:normAutofit/>
          </a:bodyPr>
          <a:lstStyle/>
          <a:p>
            <a:pPr rtl="0"/>
            <a:r>
              <a:rPr lang="es-ES" b="1" dirty="0">
                <a:solidFill>
                  <a:schemeClr val="accent5">
                    <a:lumMod val="50000"/>
                  </a:schemeClr>
                </a:solidFill>
                <a:latin typeface="Rockwell" panose="02060603020205020403" pitchFamily="18" charset="0"/>
              </a:rPr>
              <a:t>RUST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7E0B0F-4D29-4786-B2AB-B84D9F8B5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83" y="1507802"/>
            <a:ext cx="6819084" cy="1027256"/>
          </a:xfrm>
        </p:spPr>
        <p:txBody>
          <a:bodyPr rtlCol="0">
            <a:noAutofit/>
          </a:bodyPr>
          <a:lstStyle/>
          <a:p>
            <a:pPr marL="0" indent="0" rtl="0">
              <a:buNone/>
            </a:pPr>
            <a:r>
              <a:rPr lang="es-ES" dirty="0" err="1">
                <a:latin typeface="Rockwell" panose="02060603020205020403" pitchFamily="18" charset="0"/>
              </a:rPr>
              <a:t>Rust</a:t>
            </a:r>
            <a:r>
              <a:rPr lang="es-ES" dirty="0">
                <a:latin typeface="Rockwell" panose="02060603020205020403" pitchFamily="18" charset="0"/>
              </a:rPr>
              <a:t> es un lenguaje de programación moderno creado por Mozilla, este es diseñado para ser rápido, seguro con la memoria, es ideal para sistemas y alto rendimiento</a:t>
            </a:r>
            <a:endParaRPr lang="es-ES" dirty="0">
              <a:solidFill>
                <a:schemeClr val="accent5">
                  <a:lumMod val="50000"/>
                </a:schemeClr>
              </a:solidFill>
              <a:latin typeface="Rockwell" panose="020606030202050204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D4EF09CF-3362-453A-9463-F6669A9D3E01}"/>
              </a:ext>
            </a:extLst>
          </p:cNvPr>
          <p:cNvGrpSpPr/>
          <p:nvPr/>
        </p:nvGrpSpPr>
        <p:grpSpPr>
          <a:xfrm>
            <a:off x="9055676" y="0"/>
            <a:ext cx="3136324" cy="6858000"/>
            <a:chOff x="9055676" y="0"/>
            <a:chExt cx="3136324" cy="6858000"/>
          </a:xfrm>
        </p:grpSpPr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403AE892-EBD6-40F1-851B-FEADBD59429F}"/>
                </a:ext>
              </a:extLst>
            </p:cNvPr>
            <p:cNvSpPr/>
            <p:nvPr/>
          </p:nvSpPr>
          <p:spPr>
            <a:xfrm>
              <a:off x="9221932" y="0"/>
              <a:ext cx="2970068" cy="6858000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dirty="0"/>
            </a:p>
          </p:txBody>
        </p:sp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54318653-1A38-442C-BA0F-F2C51149BCFF}"/>
                </a:ext>
              </a:extLst>
            </p:cNvPr>
            <p:cNvSpPr/>
            <p:nvPr/>
          </p:nvSpPr>
          <p:spPr>
            <a:xfrm>
              <a:off x="9055676" y="0"/>
              <a:ext cx="166255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dirty="0"/>
            </a:p>
          </p:txBody>
        </p:sp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C25D63D1-E9CE-42BF-BD4D-374FD0293155}"/>
                </a:ext>
              </a:extLst>
            </p:cNvPr>
            <p:cNvSpPr/>
            <p:nvPr/>
          </p:nvSpPr>
          <p:spPr>
            <a:xfrm>
              <a:off x="9221932" y="0"/>
              <a:ext cx="114301" cy="6858000"/>
            </a:xfrm>
            <a:prstGeom prst="rect">
              <a:avLst/>
            </a:prstGeom>
            <a:solidFill>
              <a:srgbClr val="FFD3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dirty="0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BA4EE865-9F0D-4531-A737-E13A557C0277}"/>
                </a:ext>
              </a:extLst>
            </p:cNvPr>
            <p:cNvSpPr/>
            <p:nvPr/>
          </p:nvSpPr>
          <p:spPr>
            <a:xfrm>
              <a:off x="9336233" y="0"/>
              <a:ext cx="150667" cy="685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dirty="0"/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6A1183CB-C5B0-498A-A49C-4180134C74B0}"/>
                </a:ext>
              </a:extLst>
            </p:cNvPr>
            <p:cNvSpPr/>
            <p:nvPr/>
          </p:nvSpPr>
          <p:spPr>
            <a:xfrm>
              <a:off x="9336233" y="0"/>
              <a:ext cx="5715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dirty="0"/>
            </a:p>
          </p:txBody>
        </p:sp>
      </p:grpSp>
      <p:pic>
        <p:nvPicPr>
          <p:cNvPr id="2050" name="Picture 2" descr="Rust el lenguaje de programación - Blog de Código Facilito">
            <a:extLst>
              <a:ext uri="{FF2B5EF4-FFF2-40B4-BE49-F238E27FC236}">
                <a16:creationId xmlns:a16="http://schemas.microsoft.com/office/drawing/2014/main" id="{B08262CB-FBE7-4400-B35C-C4401D5E7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9762" y="4726922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5462C0CA-777E-4AA3-96B1-DA6B1B09AEAD}"/>
              </a:ext>
            </a:extLst>
          </p:cNvPr>
          <p:cNvSpPr txBox="1"/>
          <p:nvPr/>
        </p:nvSpPr>
        <p:spPr>
          <a:xfrm>
            <a:off x="534826" y="3815080"/>
            <a:ext cx="589877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 err="1">
                <a:latin typeface="Rockwell" panose="02060603020205020403" pitchFamily="18" charset="0"/>
              </a:rPr>
              <a:t>Rust</a:t>
            </a:r>
            <a:r>
              <a:rPr lang="es-ES" sz="2800" dirty="0">
                <a:latin typeface="Rockwell" panose="02060603020205020403" pitchFamily="18" charset="0"/>
              </a:rPr>
              <a:t> se usa para cuando necesitamos máxima eficiencia y control digamos en Videojuegos, Navegadores, Motores de base de datos </a:t>
            </a:r>
            <a:endParaRPr lang="es-CO" sz="2800" dirty="0"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7506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6CA5A800-F1B9-423A-9925-4DE822014C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0" r="20160"/>
          <a:stretch/>
        </p:blipFill>
        <p:spPr bwMode="auto">
          <a:xfrm>
            <a:off x="7376160" y="1798320"/>
            <a:ext cx="4815840" cy="3261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6CA40B2-ED72-4910-A74F-08D32B239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sz="5400" b="1" dirty="0">
                <a:latin typeface="Rockwell" panose="02060603020205020403" pitchFamily="18" charset="0"/>
              </a:rPr>
              <a:t>Que tiene de especial </a:t>
            </a:r>
            <a:r>
              <a:rPr lang="es-ES" sz="5400" b="1" dirty="0" err="1">
                <a:latin typeface="Rockwell" panose="02060603020205020403" pitchFamily="18" charset="0"/>
              </a:rPr>
              <a:t>Rust</a:t>
            </a:r>
            <a:endParaRPr lang="es-CO" sz="5400" b="1" dirty="0">
              <a:latin typeface="Rockwell" panose="02060603020205020403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D67FD31-124A-43B2-B967-245856A4F5CA}"/>
              </a:ext>
            </a:extLst>
          </p:cNvPr>
          <p:cNvSpPr txBox="1"/>
          <p:nvPr/>
        </p:nvSpPr>
        <p:spPr>
          <a:xfrm>
            <a:off x="1012346" y="2048887"/>
            <a:ext cx="797814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 err="1">
                <a:latin typeface="Rockwell" panose="02060603020205020403" pitchFamily="18" charset="0"/>
              </a:rPr>
              <a:t>Rust</a:t>
            </a:r>
            <a:r>
              <a:rPr lang="es-ES" sz="2400" dirty="0">
                <a:latin typeface="Rockwell" panose="02060603020205020403" pitchFamily="18" charset="0"/>
              </a:rPr>
              <a:t> es especial ya que NO tiene </a:t>
            </a:r>
            <a:r>
              <a:rPr lang="es-ES" sz="2400" dirty="0" err="1">
                <a:latin typeface="Rockwell" panose="02060603020205020403" pitchFamily="18" charset="0"/>
              </a:rPr>
              <a:t>garbage</a:t>
            </a:r>
            <a:r>
              <a:rPr lang="es-ES" sz="2400" dirty="0">
                <a:latin typeface="Rockwell" panose="02060603020205020403" pitchFamily="18" charset="0"/>
              </a:rPr>
              <a:t> </a:t>
            </a:r>
            <a:r>
              <a:rPr lang="es-ES" sz="2400" dirty="0" err="1">
                <a:latin typeface="Rockwell" panose="02060603020205020403" pitchFamily="18" charset="0"/>
              </a:rPr>
              <a:t>collector</a:t>
            </a:r>
            <a:r>
              <a:rPr lang="es-ES" sz="2400" dirty="0">
                <a:latin typeface="Rockwell" panose="02060603020205020403" pitchFamily="18" charset="0"/>
              </a:rPr>
              <a:t>. Esto sígnica un recolector de basura como pasa en Java y Python que limpian la memoria automáticamente.</a:t>
            </a:r>
          </a:p>
          <a:p>
            <a:endParaRPr lang="es-ES" sz="2400" dirty="0">
              <a:latin typeface="Rockwell" panose="02060603020205020403" pitchFamily="18" charset="0"/>
            </a:endParaRPr>
          </a:p>
          <a:p>
            <a:r>
              <a:rPr lang="es-ES" sz="2400" dirty="0" err="1">
                <a:latin typeface="Rockwell" panose="02060603020205020403" pitchFamily="18" charset="0"/>
              </a:rPr>
              <a:t>Rust</a:t>
            </a:r>
            <a:r>
              <a:rPr lang="es-ES" sz="2400" dirty="0">
                <a:latin typeface="Rockwell" panose="02060603020205020403" pitchFamily="18" charset="0"/>
              </a:rPr>
              <a:t> utiliza </a:t>
            </a:r>
            <a:r>
              <a:rPr lang="es-ES" sz="2400" dirty="0" err="1">
                <a:latin typeface="Rockwell" panose="02060603020205020403" pitchFamily="18" charset="0"/>
              </a:rPr>
              <a:t>Ownership</a:t>
            </a:r>
            <a:r>
              <a:rPr lang="es-ES" sz="2400" dirty="0">
                <a:latin typeface="Rockwell" panose="02060603020205020403" pitchFamily="18" charset="0"/>
              </a:rPr>
              <a:t> esto es un conjunto de reglas que controla quien es dueño de cada dato, también evita que dos partes modifiquen lo mismo al mismo tiempo y además previene errores como fugas de memoria o errores de concurrencia, y todo esto se verifica en compilación, no en ejecución.</a:t>
            </a:r>
            <a:endParaRPr lang="es-CO" sz="2400" dirty="0"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61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32B269DF-2140-4780-8C43-34AA41EB60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875" t="6889" r="1562" b="-6889"/>
          <a:stretch/>
        </p:blipFill>
        <p:spPr>
          <a:xfrm>
            <a:off x="-121920" y="0"/>
            <a:ext cx="12313920" cy="732536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70CD7483-D2CE-40BD-9814-0E046B16BA80}"/>
              </a:ext>
            </a:extLst>
          </p:cNvPr>
          <p:cNvSpPr txBox="1"/>
          <p:nvPr/>
        </p:nvSpPr>
        <p:spPr>
          <a:xfrm>
            <a:off x="3845560" y="5288340"/>
            <a:ext cx="53898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600" dirty="0">
                <a:solidFill>
                  <a:schemeClr val="bg1"/>
                </a:solidFill>
              </a:rPr>
              <a:t>¡GRACIAS!</a:t>
            </a:r>
            <a:endParaRPr lang="es-CO" sz="9600" dirty="0">
              <a:solidFill>
                <a:schemeClr val="bg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BB837EB-82FC-480C-95E4-A13E9DBC3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182" y="5800058"/>
            <a:ext cx="2514818" cy="85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6036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155271_TF33787325_Win32" id="{00AD517F-643A-47EA-BF89-DF678A849B74}" vid="{EA3C9CBA-2971-4B81-86D0-5CC708F12803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la oficin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Seguridad de laboratorio</Template>
  <TotalTime>112</TotalTime>
  <Words>201</Words>
  <Application>Microsoft Office PowerPoint</Application>
  <PresentationFormat>Panorámica</PresentationFormat>
  <Paragraphs>25</Paragraphs>
  <Slides>7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Rockwell</vt:lpstr>
      <vt:lpstr>Tahoma</vt:lpstr>
      <vt:lpstr>Tema de Office</vt:lpstr>
      <vt:lpstr>Polars</vt:lpstr>
      <vt:lpstr>¿Que es Polars?</vt:lpstr>
      <vt:lpstr>Presentación de PowerPoint</vt:lpstr>
      <vt:lpstr>¿Ventajas de Polars?</vt:lpstr>
      <vt:lpstr>RUST </vt:lpstr>
      <vt:lpstr>Que tiene de especial Rust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Polars</dc:title>
  <dc:creator>juansneydermendez@gmail.com</dc:creator>
  <cp:lastModifiedBy>juansneydermendez@gmail.com</cp:lastModifiedBy>
  <cp:revision>5</cp:revision>
  <dcterms:created xsi:type="dcterms:W3CDTF">2026-02-13T00:42:01Z</dcterms:created>
  <dcterms:modified xsi:type="dcterms:W3CDTF">2026-02-18T03:55:02Z</dcterms:modified>
</cp:coreProperties>
</file>